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>
        <p:scale>
          <a:sx n="66" d="100"/>
          <a:sy n="66" d="100"/>
        </p:scale>
        <p:origin x="3792" y="2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9228E-CAFF-4E3E-93C9-2429B2B28249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5D22-CEEE-4EC5-9B93-BBE3740D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108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9228E-CAFF-4E3E-93C9-2429B2B28249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5D22-CEEE-4EC5-9B93-BBE3740D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722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9228E-CAFF-4E3E-93C9-2429B2B28249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5D22-CEEE-4EC5-9B93-BBE3740D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617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9228E-CAFF-4E3E-93C9-2429B2B28249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5D22-CEEE-4EC5-9B93-BBE3740D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26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9228E-CAFF-4E3E-93C9-2429B2B28249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5D22-CEEE-4EC5-9B93-BBE3740D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16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9228E-CAFF-4E3E-93C9-2429B2B28249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5D22-CEEE-4EC5-9B93-BBE3740D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779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9228E-CAFF-4E3E-93C9-2429B2B28249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5D22-CEEE-4EC5-9B93-BBE3740D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20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9228E-CAFF-4E3E-93C9-2429B2B28249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5D22-CEEE-4EC5-9B93-BBE3740D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147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9228E-CAFF-4E3E-93C9-2429B2B28249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5D22-CEEE-4EC5-9B93-BBE3740D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98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9228E-CAFF-4E3E-93C9-2429B2B28249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5D22-CEEE-4EC5-9B93-BBE3740D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774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9228E-CAFF-4E3E-93C9-2429B2B28249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95D22-CEEE-4EC5-9B93-BBE3740D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069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9228E-CAFF-4E3E-93C9-2429B2B28249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95D22-CEEE-4EC5-9B93-BBE3740D0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587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284" y="666750"/>
            <a:ext cx="8679347" cy="543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053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914" y="1185618"/>
            <a:ext cx="1943371" cy="34961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285" y="2717239"/>
            <a:ext cx="3128488" cy="289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358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71" y="862210"/>
            <a:ext cx="6334669" cy="3581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340" y="708660"/>
            <a:ext cx="3960509" cy="388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062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544" y="992296"/>
            <a:ext cx="8451961" cy="515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492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676" y="1509485"/>
            <a:ext cx="6575922" cy="427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810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Mouthon</dc:creator>
  <cp:lastModifiedBy>Michael Mouthon</cp:lastModifiedBy>
  <cp:revision>4</cp:revision>
  <dcterms:created xsi:type="dcterms:W3CDTF">2025-02-14T14:17:40Z</dcterms:created>
  <dcterms:modified xsi:type="dcterms:W3CDTF">2025-02-14T15:14:31Z</dcterms:modified>
</cp:coreProperties>
</file>